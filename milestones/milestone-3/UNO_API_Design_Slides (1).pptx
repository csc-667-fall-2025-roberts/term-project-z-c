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BAA5-816F-1069-378D-DAE9A2819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00791"/>
            <a:ext cx="8229600" cy="1143000"/>
          </a:xfrm>
        </p:spPr>
        <p:txBody>
          <a:bodyPr/>
          <a:lstStyle/>
          <a:p>
            <a:r>
              <a:rPr lang="en-US" dirty="0"/>
              <a:t>UNO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0CEEA7-DBB6-B450-6E5D-316CB34F2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980" y="3143791"/>
            <a:ext cx="7834039" cy="14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6343-6B1E-D7C4-8184-398B943D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D89E7C-255B-66F2-C9E3-31BB944DF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32" y="0"/>
            <a:ext cx="9032568" cy="677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33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All API Endpoints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Game Management Endpoints: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/lobbies – Create Lobby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/lobbies/:</a:t>
            </a:r>
            <a:r>
              <a:rPr sz="2400" dirty="0" err="1"/>
              <a:t>lobby_id</a:t>
            </a:r>
            <a:r>
              <a:rPr sz="2400" dirty="0"/>
              <a:t>/join – Join Lobby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/games/:</a:t>
            </a:r>
            <a:r>
              <a:rPr sz="2400" dirty="0" err="1"/>
              <a:t>game_id</a:t>
            </a:r>
            <a:r>
              <a:rPr sz="2400" dirty="0"/>
              <a:t>/start – Start Game</a:t>
            </a:r>
          </a:p>
          <a:p>
            <a:r>
              <a:rPr sz="2400" dirty="0"/>
              <a:t>- GET /</a:t>
            </a:r>
            <a:r>
              <a:rPr sz="2400" dirty="0" err="1"/>
              <a:t>api</a:t>
            </a:r>
            <a:r>
              <a:rPr sz="2400" dirty="0"/>
              <a:t>/games/:</a:t>
            </a:r>
            <a:r>
              <a:rPr sz="2400" dirty="0" err="1"/>
              <a:t>game_id</a:t>
            </a:r>
            <a:r>
              <a:rPr sz="2400" dirty="0"/>
              <a:t> – Get Game State</a:t>
            </a:r>
          </a:p>
          <a:p>
            <a:endParaRPr sz="2400" dirty="0"/>
          </a:p>
          <a:p>
            <a:r>
              <a:rPr sz="2400" dirty="0"/>
              <a:t>Game Action Endpoints: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/games/:</a:t>
            </a:r>
            <a:r>
              <a:rPr sz="2400" dirty="0" err="1"/>
              <a:t>game_id</a:t>
            </a:r>
            <a:r>
              <a:rPr sz="2400" dirty="0"/>
              <a:t>/cards/:</a:t>
            </a:r>
            <a:r>
              <a:rPr sz="2400" dirty="0" err="1"/>
              <a:t>card_id</a:t>
            </a:r>
            <a:r>
              <a:rPr sz="2400" dirty="0"/>
              <a:t>/play – Play Card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/games/:</a:t>
            </a:r>
            <a:r>
              <a:rPr sz="2400" dirty="0" err="1"/>
              <a:t>game_id</a:t>
            </a:r>
            <a:r>
              <a:rPr sz="2400" dirty="0"/>
              <a:t>/draw – Draw Card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/games/:</a:t>
            </a:r>
            <a:r>
              <a:rPr sz="2400" dirty="0" err="1"/>
              <a:t>game_id</a:t>
            </a:r>
            <a:r>
              <a:rPr sz="2400" dirty="0"/>
              <a:t>/end-turn – End Turn</a:t>
            </a:r>
          </a:p>
          <a:p>
            <a:r>
              <a:rPr sz="2400" dirty="0"/>
              <a:t>- POST /</a:t>
            </a:r>
            <a:r>
              <a:rPr sz="2400" dirty="0" err="1"/>
              <a:t>api</a:t>
            </a:r>
            <a:r>
              <a:rPr sz="2400" dirty="0"/>
              <a:t>/games/:</a:t>
            </a:r>
            <a:r>
              <a:rPr sz="2400" dirty="0" err="1"/>
              <a:t>game_id</a:t>
            </a:r>
            <a:r>
              <a:rPr sz="2400" dirty="0"/>
              <a:t>/chat – Send Chat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Deep Dive #1 — Draw Card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54361" cy="4525963"/>
          </a:xfrm>
        </p:spPr>
        <p:txBody>
          <a:bodyPr>
            <a:noAutofit/>
          </a:bodyPr>
          <a:lstStyle/>
          <a:p>
            <a:r>
              <a:rPr sz="1800" dirty="0"/>
              <a:t>Endpoint: POST /</a:t>
            </a:r>
            <a:r>
              <a:rPr sz="1800" dirty="0" err="1"/>
              <a:t>api</a:t>
            </a:r>
            <a:r>
              <a:rPr sz="1800" dirty="0"/>
              <a:t>/games/:</a:t>
            </a:r>
            <a:r>
              <a:rPr sz="1800" dirty="0" err="1"/>
              <a:t>game_id</a:t>
            </a:r>
            <a:r>
              <a:rPr sz="1800" dirty="0"/>
              <a:t>/draw</a:t>
            </a:r>
          </a:p>
          <a:p>
            <a:endParaRPr sz="1800" dirty="0"/>
          </a:p>
          <a:p>
            <a:r>
              <a:rPr sz="1800" dirty="0"/>
              <a:t>Validations:</a:t>
            </a:r>
          </a:p>
          <a:p>
            <a:r>
              <a:rPr sz="1800" dirty="0"/>
              <a:t>- Game exists</a:t>
            </a:r>
          </a:p>
          <a:p>
            <a:r>
              <a:rPr sz="1800" dirty="0"/>
              <a:t>- Player in game</a:t>
            </a:r>
          </a:p>
          <a:p>
            <a:r>
              <a:rPr sz="1800" dirty="0"/>
              <a:t>- Player's turn</a:t>
            </a:r>
          </a:p>
          <a:p>
            <a:r>
              <a:rPr sz="1800" dirty="0"/>
              <a:t>- Draw pile has cards</a:t>
            </a:r>
          </a:p>
          <a:p>
            <a:endParaRPr sz="1800" dirty="0"/>
          </a:p>
          <a:p>
            <a:r>
              <a:rPr sz="1800" dirty="0"/>
              <a:t>Edge Cases:</a:t>
            </a:r>
          </a:p>
          <a:p>
            <a:r>
              <a:rPr sz="1800" dirty="0"/>
              <a:t>- Empty draw pile → reshuffle</a:t>
            </a:r>
          </a:p>
          <a:p>
            <a:r>
              <a:rPr sz="1800" dirty="0"/>
              <a:t>- Player has playable card but tries to draw</a:t>
            </a:r>
          </a:p>
          <a:p>
            <a:r>
              <a:rPr sz="1800" dirty="0"/>
              <a:t>- Lag double-draw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555F7E-3FA3-625B-65C4-C697DD315571}"/>
              </a:ext>
            </a:extLst>
          </p:cNvPr>
          <p:cNvSpPr txBox="1">
            <a:spLocks/>
          </p:cNvSpPr>
          <p:nvPr/>
        </p:nvSpPr>
        <p:spPr>
          <a:xfrm>
            <a:off x="4011561" y="1600200"/>
            <a:ext cx="3554361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State Updates:</a:t>
            </a:r>
          </a:p>
          <a:p>
            <a:r>
              <a:rPr lang="en-US" sz="2400" dirty="0"/>
              <a:t>- Move top card to player's hand</a:t>
            </a:r>
          </a:p>
          <a:p>
            <a:r>
              <a:rPr lang="en-US" sz="2400" dirty="0"/>
              <a:t>- Advance turn</a:t>
            </a:r>
          </a:p>
          <a:p>
            <a:endParaRPr lang="en-US" sz="2400" dirty="0"/>
          </a:p>
          <a:p>
            <a:r>
              <a:rPr lang="en-US" sz="2400" dirty="0"/>
              <a:t>Socket.io Events: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game:card:drawn</a:t>
            </a:r>
            <a:r>
              <a:rPr lang="en-US" sz="2400" dirty="0"/>
              <a:t> (private)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game:hand:update</a:t>
            </a:r>
            <a:r>
              <a:rPr lang="en-US" sz="2400" dirty="0"/>
              <a:t> (private)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game:turn:changed</a:t>
            </a:r>
            <a:r>
              <a:rPr lang="en-US" sz="2400" dirty="0"/>
              <a:t> (public)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Deep Dive #2 — Play Card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Autofit/>
          </a:bodyPr>
          <a:lstStyle/>
          <a:p>
            <a:r>
              <a:rPr sz="1800" dirty="0"/>
              <a:t>Endpoint: POST /</a:t>
            </a:r>
            <a:r>
              <a:rPr sz="1800" dirty="0" err="1"/>
              <a:t>api</a:t>
            </a:r>
            <a:r>
              <a:rPr sz="1800" dirty="0"/>
              <a:t>/games/:</a:t>
            </a:r>
            <a:r>
              <a:rPr sz="1800" dirty="0" err="1"/>
              <a:t>game_id</a:t>
            </a:r>
            <a:r>
              <a:rPr sz="1800" dirty="0"/>
              <a:t>/cards/:</a:t>
            </a:r>
            <a:r>
              <a:rPr sz="1800" dirty="0" err="1"/>
              <a:t>card_id</a:t>
            </a:r>
            <a:r>
              <a:rPr sz="1800" dirty="0"/>
              <a:t>/play</a:t>
            </a:r>
          </a:p>
          <a:p>
            <a:endParaRPr sz="1800" dirty="0"/>
          </a:p>
          <a:p>
            <a:r>
              <a:rPr sz="1800" dirty="0"/>
              <a:t>Validations:</a:t>
            </a:r>
          </a:p>
          <a:p>
            <a:r>
              <a:rPr sz="1800" dirty="0"/>
              <a:t>- Player owns card</a:t>
            </a:r>
          </a:p>
          <a:p>
            <a:r>
              <a:rPr sz="1800" dirty="0"/>
              <a:t>- Card matches color/number/type</a:t>
            </a:r>
          </a:p>
          <a:p>
            <a:r>
              <a:rPr sz="1800" dirty="0"/>
              <a:t>- Wild must include chosen color</a:t>
            </a:r>
          </a:p>
          <a:p>
            <a:r>
              <a:rPr sz="1800" dirty="0"/>
              <a:t>- Special card rules</a:t>
            </a:r>
          </a:p>
          <a:p>
            <a:r>
              <a:rPr sz="1800" dirty="0"/>
              <a:t>- Must be player's turn</a:t>
            </a:r>
          </a:p>
          <a:p>
            <a:endParaRPr sz="1800" dirty="0"/>
          </a:p>
          <a:p>
            <a:r>
              <a:rPr sz="1800" dirty="0"/>
              <a:t>Edge Cases:</a:t>
            </a:r>
          </a:p>
          <a:p>
            <a:r>
              <a:rPr sz="1800" dirty="0"/>
              <a:t>- Illegal play attempt</a:t>
            </a:r>
          </a:p>
          <a:p>
            <a:r>
              <a:rPr sz="1800" dirty="0"/>
              <a:t>- Wild played without color</a:t>
            </a:r>
          </a:p>
          <a:p>
            <a:r>
              <a:rPr sz="1800" dirty="0"/>
              <a:t>- Direction changes affecting next turn</a:t>
            </a:r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062FAA-3AFE-4B28-93DC-FF313FEA2EFF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308555" cy="44202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State Updates:</a:t>
            </a:r>
          </a:p>
          <a:p>
            <a:r>
              <a:rPr lang="en-US" sz="1800" dirty="0"/>
              <a:t>- Add card to discard pile</a:t>
            </a:r>
          </a:p>
          <a:p>
            <a:r>
              <a:rPr lang="en-US" sz="1800" dirty="0"/>
              <a:t>- Apply effects (Reverse/Skip/Draw2/Draw4)</a:t>
            </a:r>
          </a:p>
          <a:p>
            <a:r>
              <a:rPr lang="en-US" sz="1800" dirty="0"/>
              <a:t>- Advance turn</a:t>
            </a:r>
          </a:p>
          <a:p>
            <a:endParaRPr lang="en-US" sz="1800" dirty="0"/>
          </a:p>
          <a:p>
            <a:r>
              <a:rPr lang="en-US" sz="1800" dirty="0"/>
              <a:t>Socket.io Events: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game:card:played</a:t>
            </a:r>
            <a:r>
              <a:rPr lang="en-US" sz="1800" dirty="0"/>
              <a:t> (public)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game:state:update</a:t>
            </a:r>
            <a:r>
              <a:rPr lang="en-US" sz="1800" dirty="0"/>
              <a:t> (public)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game:hand:update</a:t>
            </a:r>
            <a:r>
              <a:rPr lang="en-US" sz="1800" dirty="0"/>
              <a:t> (private)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game:turn:changed</a:t>
            </a:r>
            <a:r>
              <a:rPr lang="en-US" sz="1800" dirty="0"/>
              <a:t> (public)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Socket.io Events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Public Events:</a:t>
            </a:r>
          </a:p>
          <a:p>
            <a:r>
              <a:rPr dirty="0"/>
              <a:t>- </a:t>
            </a:r>
            <a:r>
              <a:rPr dirty="0" err="1"/>
              <a:t>game:state:update</a:t>
            </a:r>
            <a:r>
              <a:rPr dirty="0"/>
              <a:t> — broadcast on state change</a:t>
            </a:r>
          </a:p>
          <a:p>
            <a:r>
              <a:rPr dirty="0"/>
              <a:t>- </a:t>
            </a:r>
            <a:r>
              <a:rPr dirty="0" err="1"/>
              <a:t>game:card:played</a:t>
            </a:r>
            <a:r>
              <a:rPr dirty="0"/>
              <a:t> — broadcast when card is played</a:t>
            </a:r>
          </a:p>
          <a:p>
            <a:endParaRPr dirty="0"/>
          </a:p>
          <a:p>
            <a:r>
              <a:rPr dirty="0"/>
              <a:t>Private Events:</a:t>
            </a:r>
          </a:p>
          <a:p>
            <a:r>
              <a:rPr dirty="0"/>
              <a:t>- </a:t>
            </a:r>
            <a:r>
              <a:rPr dirty="0" err="1"/>
              <a:t>game:hand:update</a:t>
            </a:r>
            <a:r>
              <a:rPr dirty="0"/>
              <a:t> — hand changes</a:t>
            </a:r>
          </a:p>
          <a:p>
            <a:r>
              <a:rPr dirty="0"/>
              <a:t>- </a:t>
            </a:r>
            <a:r>
              <a:rPr dirty="0" err="1"/>
              <a:t>game:card:drawn</a:t>
            </a:r>
            <a:r>
              <a:rPr dirty="0"/>
              <a:t> — drawn card sent privately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vs Private Game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Public State:</a:t>
            </a:r>
          </a:p>
          <a:p>
            <a:r>
              <a:rPr dirty="0"/>
              <a:t>- Current turn</a:t>
            </a:r>
          </a:p>
          <a:p>
            <a:r>
              <a:rPr dirty="0"/>
              <a:t>- Top discard card</a:t>
            </a:r>
          </a:p>
          <a:p>
            <a:r>
              <a:rPr dirty="0"/>
              <a:t>- Player card counts</a:t>
            </a:r>
          </a:p>
          <a:p>
            <a:r>
              <a:rPr dirty="0"/>
              <a:t>- Game direction</a:t>
            </a:r>
          </a:p>
          <a:p>
            <a:r>
              <a:rPr dirty="0"/>
              <a:t>- Game phase</a:t>
            </a:r>
          </a:p>
          <a:p>
            <a:endParaRPr dirty="0"/>
          </a:p>
          <a:p>
            <a:r>
              <a:rPr dirty="0"/>
              <a:t>Private State:</a:t>
            </a:r>
          </a:p>
          <a:p>
            <a:r>
              <a:rPr dirty="0"/>
              <a:t>- Player hand</a:t>
            </a:r>
          </a:p>
          <a:p>
            <a:r>
              <a:rPr dirty="0"/>
              <a:t>- Drawn card</a:t>
            </a:r>
          </a:p>
          <a:p>
            <a:r>
              <a:rPr dirty="0"/>
              <a:t>- Wild chosen color</a:t>
            </a:r>
          </a:p>
          <a:p>
            <a:r>
              <a:rPr dirty="0"/>
              <a:t>- Any hidden info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1. Client sends POST action</a:t>
            </a:r>
          </a:p>
          <a:p>
            <a:r>
              <a:rPr sz="4000" dirty="0"/>
              <a:t>2. Server validates request</a:t>
            </a:r>
          </a:p>
          <a:p>
            <a:r>
              <a:rPr sz="4000" dirty="0"/>
              <a:t>3. Server updates database</a:t>
            </a:r>
          </a:p>
          <a:p>
            <a:r>
              <a:rPr sz="4000" dirty="0"/>
              <a:t>4. Server returns 202 Accepted</a:t>
            </a:r>
          </a:p>
          <a:p>
            <a:r>
              <a:rPr sz="4000" dirty="0"/>
              <a:t>5. Server broadcasts Socket.io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Anti-Cheat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Server validates ALL actions:</a:t>
            </a:r>
          </a:p>
          <a:p>
            <a:r>
              <a:rPr sz="3600" dirty="0"/>
              <a:t>- Never trust client</a:t>
            </a:r>
          </a:p>
          <a:p>
            <a:r>
              <a:rPr sz="3600" dirty="0"/>
              <a:t>- Recalculate legal moves server-side</a:t>
            </a:r>
          </a:p>
          <a:p>
            <a:r>
              <a:rPr sz="3600" dirty="0"/>
              <a:t>- Prevents players editing their own hands</a:t>
            </a:r>
          </a:p>
          <a:p>
            <a:r>
              <a:rPr sz="3600" dirty="0"/>
              <a:t>- Prevents illegal draws/plays</a:t>
            </a:r>
          </a:p>
          <a:p>
            <a:r>
              <a:rPr sz="3600" dirty="0"/>
              <a:t>- Ensures fairness across clients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542</Words>
  <Application>Microsoft Office PowerPoint</Application>
  <PresentationFormat>On-screen Show (4:3)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UNO</vt:lpstr>
      <vt:lpstr>PowerPoint Presentation</vt:lpstr>
      <vt:lpstr>All API Endpoints (Overview)</vt:lpstr>
      <vt:lpstr>Deep Dive #1 — Draw Card Endpoint</vt:lpstr>
      <vt:lpstr>Deep Dive #2 — Play Card Endpoint</vt:lpstr>
      <vt:lpstr>Socket.io Events Summary</vt:lpstr>
      <vt:lpstr>Public vs Private Game State</vt:lpstr>
      <vt:lpstr>Architecture Pattern</vt:lpstr>
      <vt:lpstr>Security &amp; Anti-Cheat Validation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 Kazemi</cp:lastModifiedBy>
  <cp:revision>3</cp:revision>
  <dcterms:created xsi:type="dcterms:W3CDTF">2013-01-27T09:14:16Z</dcterms:created>
  <dcterms:modified xsi:type="dcterms:W3CDTF">2025-11-21T03:18:35Z</dcterms:modified>
  <cp:category/>
</cp:coreProperties>
</file>